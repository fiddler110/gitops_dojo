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look-at-this-cool-thing talk. Aim for 20 minutes, then click around: the last slide is a route through the
student view and the facilitator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Adding a workshop never edits the engine.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2026-09-28T20:42:51Z</dcterms:created>
  <dcterms:modified xsi:type="dcterms:W3CDTF">2026-09-28T20:42:51Z</dcterms:modified>
</cp:coreProperties>
</file>