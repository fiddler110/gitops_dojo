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Cover session logistics. The lab runs entirely in the browser,
so attendees do not need Git or an editor installed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quick show of hands: who has used Git before?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room react. This is the problem Git formalizes and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anchor diagram. Refer back to these four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checkout vs switch: checkout is the classic do-everything command. It switches branches, but also checks out
individual commits and restores files. Newer Git added git switch (and git restore) to split branch-switching into
its own focused command: `git switch main` / `git switch -c add-yourname` do exactly what the slide does. We teach
checkout because most existing docs, tutorials and scripts use it, but students will see switch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2026-09-25T20:37:22Z</dcterms:created>
  <dcterms:modified xsi:type="dcterms:W3CDTF">2026-09-25T20:37:22Z</dcterms:modified>
</cp:coreProperties>
</file>