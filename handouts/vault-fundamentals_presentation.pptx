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is the "what" and the "why": every idea the labs use, in the order the
labs use it. The labs are the "how". Assumes the room knows clone/commit/push.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nobody did anything unusual, and still the password is in
eight places, most of which nobody will remember to clean up.
Click "Once it's pushed, it's leaked." for the wall of real incidents
(from GitGuardian's breach timeline); "close" at the top right hides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idea in the rest of the talk is one of these rules put into practice.
The wrap-up comes back to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The simplest fix for rule 8 on your own machine. The point for the rest
of the talk is the shape: a vault's KV store is exactly this, a path pointing
at key/value pairs, only on a server. gopass (Windows, macOS, Linux) reads and
writes the same store, so this isn't a Linux/macOS-only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ends here too: take a teammate off and their old copy still opens. For
your own secrets, pass is great. For a team, the copies are the problem, which
is exactly what the next slide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isn't the encryption, it's that copies stop multiplying. People and
programs fetch the secret when they need it, so rotating means changing one
place. Tools built for Vault (sops, Python's hvac) work unchanged with OpenBao.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mental model for the whole day. Every "permission denied"
in the labs is one of these two diamonds saying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the front desk at an office: you show ID (auth method), they look you up
(entity), and hand you a visitor badge that expires tonight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short-lived, revocable. Contrast with a password in a .env file, which
has no expiry at all. The accessor comes back in the incident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policy aloud as a sentence: "anyone may create, read, update... under
secret/data/students/ followed by their own name". student07 asking for
student02's folder matches no rule, so it's denied.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first path aloud: "the KV engine at secret/, the secret named
students/student07/db". Then the others: "the transit engine, encrypt, with
the key called sops"; "the database engine, credentials for the role app".
Same gate for all three: a token, a policy that allows that path.
KV is where you'll spend the next few slides. Transit comes back later
(sops, lab 7): it locks config files so they're safe to commit, and the
key that opens them never leaves the vault. Database comes back later
(lab 12): instead of one shared DB password, every caller gets its own
login that expires in minutes. The point to land now: a vault is more than
a password safe; some engines hand out things that never existed before
you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 v1 just overwrites: one value per path, no history. v2 is what you use in
practice. The labs' shared vault, secret/, is KV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ever loses data: every step adds a version. That's the property
you want from anything that holds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mistake: "I deleted it" after a leak. Deleted versions come back
with one command. Also: KV v2 splits the permissions (data/ for the value,
metadata/, delete/, destroy/ for the history), so a policy can let an app read
a secret without letting it wipe the history. That's why the policy on the
earlier slide says secret/data/...
For a deeper dive, click "A secret leaked?": the order (rotate, revoke,
destroy), why destroying still matters once you've rotated, and how to guard
undelete/ and destroy/. "close" at the top right hides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 is this model: secret/students/&lt;you&gt;/, and the one templated policy
from Part 1. Nothing wrong with it; plenty of companies stay here. The
strains are about ownership: the team that owns the secrets can't run their
own access. That's what namespaces fix,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Multi-tenancy without running a vault per team: each strain on the last
slide goes away, because the team runs its own engines, policies and
sign-ins, and a mistake stays inside one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is fine for learning and looking. Changes that matter go through a pull
request. Lab 4 has you do both so you feel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vault's catch is the rest of this part: how does an app prove who it is,
and who keeps its token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1 and 2. The question to ask the room: "how does a program that nobody
is watching prove who it is?" A person has a browser and a Forgejo login; a
program has neither. Borrowing a person's token is the usual shortcut, and it
breaks least privilege, breaks when the person leaves, and makes the audit
log lie. The answer is a machine account, the same idea as a service account
or an Azure service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The top half happens once, and it's done by
someone who already has a token (you, in lab 6). The bottom half happens on
every start: the app trades its two halves for a short-lived token, and uses
that token, not the halves, for every read. Neither half alone logs in, so
they can travel by different routes: the role ID in the app's config, the
secret ID delivered at deploy. The weak spot is the arrow "hand over both":
someone has to give the app its secret ID. Keep that thought; it's secret
zero, two slides on. Click "Secret ID" in the table for how it's kept small
(expiry, single use, address binding, wrapping, deleted after reading,
split delivery); "close" at the top right hides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usual pattern at work: Vault Agent, the Kubernetes Vault injector,
the Secrets Store CSI driver on AKS. The app reads a file or env; something
beside it does the vault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4. Asking "what's our secret zero?" about any system shows where the real
risk sits. The rest of the talk is about making option 1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"so where does the secret ID live, and who rotates it?"
Pipeline flow: it logs in with its job identity (from lab 9, nothing stored),
asks for a wrapped secret ID for the "app" role, and puts the wrapper into
the app bundle. The app's Agent unwraps it once and logs in; the secret ID
is spent after that first use. The app then keeps renewing its token for
the rest of its life. No second login, no second secret ID.
Option 3 ("just store it"): a company stores the secret ID in their CI
library, hard-coded or in a vault. Every deploy uses the same one. It's
never rotated, so it's worth stealing and exploiting offline.
Option 2 (this slide): every deploy mints a new secret ID. It's single-use,
so even if someone intercepted the wrapper, they can't exploit it the same
way twice. The interception also fails loudly ("already unwrapped"), so
you catch it.
For a long-running app, give the role a periodic token (token_period):
it lives as long as the Agent keeps renewing it, so no second login,
no second secret ID. If the app stops, the token lapses by itself.
Lab 10 does this with a real pipeline. Lab 6 did steps 2-4 by hand: you
were the deliverer, with a one-hour, reusable secret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CI secrets are the most common secret zero at work. The rest of this
part replaces them with the job's own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Long-lived shared runners are how one team's job reads another team's
leftovers: a token in a temp file, a cached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JWT is a signed statement: "this job is running for this repo on this
branch". The vault doesn't need a shared secret, only Forgejo's public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first. Most real systems are a mix; the goal is to move each app up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5. If the pipeline is compromised, the attacker can deploy (bad), but
can't read the production secrets (much less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6. At work the audit log goes to the SIEM (on Azure: diagnostic settings
to Log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investigate before you revoke only if it's quick; the audit
log survives the revoke, so when in doubt, contain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on one slide, just before the labs. team/app is read by the
Agent (labs 6, 11) and the attacker in the drill (13); team/ci by the CI job
(9); team/admin is the one nobody should get, and labs 4 and 13 show it
refused. secret/students/you is where labs 0-3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Created by Marp</cp:lastModifiedBy>
  <cp:revision>1</cp:revision>
  <dcterms:created xsi:type="dcterms:W3CDTF">2026-09-26T00:15:29Z</dcterms:created>
  <dcterms:modified xsi:type="dcterms:W3CDTF">2026-09-26T00:15:29Z</dcterms:modified>
</cp:coreProperties>
</file>