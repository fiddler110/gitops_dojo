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ties to any corporate CA service in this lab — step-ca, certbot, and
acme.sh are all open-source, self-hosted, and run entirely inside this
workshop's own containers. The point isn't "here's Venafi" — it's "here's
what issuance/renewal automation actually does under the hood," so the
Venafi case at work reads as an instance of a pattern, not a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pausing here — this is the motivating problem everything else in the
deck answers. Everyone in the room has probably seen an expired-cert outage
at some point; let that land before moving to the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pivot into Part 2: the "prove control" step above is exactly
what ACME's challenge/response exchange formalizes. Everything in Part 2
is mechanism for the claim just made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2026-09-25T18:24:06Z</dcterms:created>
  <dcterms:modified xsi:type="dcterms:W3CDTF">2026-09-25T18:24:06Z</dcterms:modified>
</cp:coreProperties>
</file>