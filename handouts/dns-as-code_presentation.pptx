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Assumes the room already did the Git Fundamentals session (or already
knows clone/branch/commit/push/PR). This is that same muscle memory
applied to a system most attendees currently change by clicking around a
web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isn't a second way to make changes anymore. It's not a
way to make changes at all.
This reframes the whole session: everything that follows (preview/push,
PRs, dnsctl.py) is just tooling built on top of this one guarantee. Worth
pausing on questions here if the room has them — this is the idea that
makes "why review every diff" and "why did my dashboard click disappear"
both make sense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case made for infrastructure-as-code generally, applied
to DNS specifically — DNS is infrastructure, and it's usually the
least-reviewed part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piece the real template's docs call out as GitHub-only (`gh
pr create/merge/review`) — this lab adds the Forgejo side rather than
skipping the wrapper entirely, so both tracks are teachable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2026-09-25T18:24:22Z</dcterms:created>
  <dcterms:modified xsi:type="dcterms:W3CDTF">2026-09-25T18:24:22Z</dcterms:modified>
</cp:coreProperties>
</file>